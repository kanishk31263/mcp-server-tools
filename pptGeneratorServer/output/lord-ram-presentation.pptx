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E5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16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D16A9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E5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16A9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D16A9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12648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WATER HOUSE COOPERS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16916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Discipline: Pop Culture / Film Studies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Ramayana in Pop Culture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Lord Rama in Modern Media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KANISHK KUNAL ADVISORY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ASSOCIATE	ADVISORY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 Lord Rama in Popular Culture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Lord Rama is a central figure in the Ramayana, revered as an avatar of Vishnu and a model of dharma.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embodies courage, compassion, and righteous leadership in myth and tradition.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Rama's story shapes festivals, theatre, literature, and media across South Asia and the diaspora.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Rama's journey from prince to exile, to king, to savior is a template for ethical decision-making.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relationships: Sita (wife), Lakshmana (brother), Hanuman (devotee), Bharata (brother).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Ramayana exists in multiple regional versions and retellings.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Iconography of Lord Rama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Iconography features: blue skin or dark complexion, bow (Kodanda) and arrow, crown.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Often depicted with Sita and Lakshmana, and sometimes Hanuman.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attributes: bow, quiver, sandals; serene yet resolute expression.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path: assets/lord-ram-iconography.png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Origins &amp; Texts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Ramayana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Rama's journey from prince to exile, to king, to savior is a template for ethical decision-making.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relationships: Sita (wife), Lakshmana (brother), Hanuman (devotee), Bharata (brother).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Ramayana exists in multiple regional versions and retellings.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virtues &amp; dharma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Dharma as a guiding principle in Rama's choices, including exile and his treatment of allies.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Courage, leadership, and compassion in battle and governance.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for sages, kin, and rule of law.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Exile, major episodes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14-year forest exile with Sita and Lakshmana.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Sita's abduction by Ravana and the alliance with Hanuman and Sugriva.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search, the bridge-building (Nala's army), and the battle in Lanka.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Scenes from Ramayana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scenes are depicted in temples and art: exile to forest, Sita's abduction, Rama's meeting with Hanuman, the battle in Lanka.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path: assets/ramayana-scenes.png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Variations</a:t>
            </a:r>
            <a:endParaRPr lang="en-US" sz="4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Temples, festivals, iconography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temples and shrine sites across India and Nepal (Ayodhya, Bhadrachalam, Rameswaram, etc.)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festival Rama Navami marks Rama's birthday; Diwali celebrates his return to Ayodhya; Vijayadashami/the day of Rama's victory in Lanka.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Adaptations in literature &amp; theatre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Retellings in regional languages; folk theatre like Ramlila, Kathak dance interpretations.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novels, comics, and web series reimagining Rama's role.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 in cinema &amp; TV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TV serials like Ramanand Sagar's Ramayan (1980s) popularized Rama for millions.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adaptations include Sri Rama Rajyam (2011) and other regional films; modern streaming adaptations.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 in Modern Pop Culture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appears in modern media, games, and art as a symbolic figure of virtue.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used in ad campaigns, educational content, and graphic novels exploring myth in contemporary contexts.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path: assets/modern-raman-pop-culture.png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Debates &amp; Modern Discourse</a:t>
            </a:r>
            <a:endParaRPr lang="en-US" sz="4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777240"/>
          </a:xfrm>
          <a:prstGeom prst="rect">
            <a:avLst/>
          </a:prstGeom>
          <a:solidFill>
            <a:srgbClr val="D1402B"/>
          </a:solidFill>
          <a:ln w="12700">
            <a:solidFill>
              <a:srgbClr val="D140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777240"/>
          </a:xfrm>
          <a:prstGeom prst="rect">
            <a:avLst/>
          </a:prstGeom>
          <a:solidFill>
            <a:srgbClr val="C44F6D"/>
          </a:solidFill>
          <a:ln w="12700">
            <a:solidFill>
              <a:srgbClr val="C44F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37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 remains a central figure for ethics, leadership, and devotion in South Asian culture.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 story continues to inspire art, performance, and scholarly study across borders.</a:t>
            </a:r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readings of the Ramayana reveal diverse regional interpretations and modern relevance.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39776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WATER HOUSE COOPERS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PRICE WATER HOUSE 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ADVISORY</dc:creator>
  <cp:lastModifiedBy>ADVISORY</cp:lastModifiedBy>
  <cp:revision>1</cp:revision>
  <dcterms:created xsi:type="dcterms:W3CDTF">2025-12-06T09:49:51Z</dcterms:created>
  <dcterms:modified xsi:type="dcterms:W3CDTF">2025-12-06T09:49:51Z</dcterms:modified>
</cp:coreProperties>
</file>